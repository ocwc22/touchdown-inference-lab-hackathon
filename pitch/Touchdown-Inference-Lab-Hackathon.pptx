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74b1d9092342e0" /><Relationship Type="http://schemas.openxmlformats.org/officeDocument/2006/relationships/extended-properties" Target="/docProps/app.xml" Id="Rbfa3ce3c67bd4b27" /><Relationship Type="http://schemas.openxmlformats.org/officeDocument/2006/relationships/officeDocument" Target="/ppt/presentation.xml" Id="R8dc127b5fb9e4f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ae386246054025"/>
  </p:sldMasterIdLst>
  <p:notesMasterIdLst>
    <p:notesMasterId xmlns:r="http://schemas.openxmlformats.org/officeDocument/2006/relationships" r:id="Rea3e515f754d4549"/>
  </p:notesMasterIdLst>
  <p:sldIdLst>
    <p:sldId xmlns:r="http://schemas.openxmlformats.org/officeDocument/2006/relationships" id="256" r:id="R92569702204148c5"/>
    <p:sldId xmlns:r="http://schemas.openxmlformats.org/officeDocument/2006/relationships" id="257" r:id="R0c6e074189c34ff3"/>
    <p:sldId xmlns:r="http://schemas.openxmlformats.org/officeDocument/2006/relationships" id="258" r:id="Rfe98592d18904a74"/>
    <p:sldId xmlns:r="http://schemas.openxmlformats.org/officeDocument/2006/relationships" id="259" r:id="Rf72d29177a72405e"/>
    <p:sldId xmlns:r="http://schemas.openxmlformats.org/officeDocument/2006/relationships" id="260" r:id="R50553914b8644096"/>
    <p:sldId xmlns:r="http://schemas.openxmlformats.org/officeDocument/2006/relationships" id="261" r:id="Rb92101cd6cce4c60"/>
    <p:sldId xmlns:r="http://schemas.openxmlformats.org/officeDocument/2006/relationships" id="262" r:id="R738a4e1c4d074d1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2bbca3ecaf4089" /><Relationship Type="http://schemas.openxmlformats.org/officeDocument/2006/relationships/slideMaster" Target="/ppt/slideMasters/slideMaster1.xml" Id="R75ae386246054025" /><Relationship Type="http://schemas.openxmlformats.org/officeDocument/2006/relationships/notesMaster" Target="/ppt/notesMasters/notesMaster1.xml" Id="Rea3e515f754d4549" /><Relationship Type="http://schemas.openxmlformats.org/officeDocument/2006/relationships/presProps" Target="/ppt/presProps.xml" Id="Rbd015dc618ef49c3" /><Relationship Type="http://schemas.openxmlformats.org/officeDocument/2006/relationships/tableStyles" Target="/ppt/tableStyles.xml" Id="R8d5127e40eb24c6a" /><Relationship Type="http://schemas.openxmlformats.org/officeDocument/2006/relationships/slide" Target="/ppt/slides/slide1.xml" Id="R92569702204148c5" /><Relationship Type="http://schemas.openxmlformats.org/officeDocument/2006/relationships/slide" Target="/ppt/slides/slide2.xml" Id="R0c6e074189c34ff3" /><Relationship Type="http://schemas.openxmlformats.org/officeDocument/2006/relationships/slide" Target="/ppt/slides/slide3.xml" Id="Rfe98592d18904a74" /><Relationship Type="http://schemas.openxmlformats.org/officeDocument/2006/relationships/slide" Target="/ppt/slides/slide4.xml" Id="Rf72d29177a72405e" /><Relationship Type="http://schemas.openxmlformats.org/officeDocument/2006/relationships/slide" Target="/ppt/slides/slide5.xml" Id="R50553914b8644096" /><Relationship Type="http://schemas.openxmlformats.org/officeDocument/2006/relationships/slide" Target="/ppt/slides/slide6.xml" Id="Rb92101cd6cce4c60" /><Relationship Type="http://schemas.openxmlformats.org/officeDocument/2006/relationships/slide" Target="/ppt/slides/slide7.xml" Id="R738a4e1c4d074d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8f7b2367e246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0d6184a8ea4032" /><Relationship Type="http://schemas.openxmlformats.org/officeDocument/2006/relationships/notesMaster" Target="/ppt/notesMasters/notesMaster1.xml" Id="R300df8f2ed5f42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91a1f68a9844bd" /><Relationship Type="http://schemas.openxmlformats.org/officeDocument/2006/relationships/notesMaster" Target="/ppt/notesMasters/notesMaster1.xml" Id="R4908174d4cfe44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6b36a1511943f1" /><Relationship Type="http://schemas.openxmlformats.org/officeDocument/2006/relationships/notesMaster" Target="/ppt/notesMasters/notesMaster1.xml" Id="R2b7d61b260fb43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25096ceaa84feb" /><Relationship Type="http://schemas.openxmlformats.org/officeDocument/2006/relationships/notesMaster" Target="/ppt/notesMasters/notesMaster1.xml" Id="Ra5f3ba65eab54f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2ee04f57ed477f" /><Relationship Type="http://schemas.openxmlformats.org/officeDocument/2006/relationships/notesMaster" Target="/ppt/notesMasters/notesMaster1.xml" Id="Rbf3bd4082ce04b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22ff9703a14f0f" /><Relationship Type="http://schemas.openxmlformats.org/officeDocument/2006/relationships/notesMaster" Target="/ppt/notesMasters/notesMaster1.xml" Id="R3e83c93047c54a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6d5ef64762423a" /><Relationship Type="http://schemas.openxmlformats.org/officeDocument/2006/relationships/notesMaster" Target="/ppt/notesMasters/notesMaster1.xml" Id="R0f6725d5da0544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7eb576d80e46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bc4ba22e6f4413" /><Relationship Type="http://schemas.openxmlformats.org/officeDocument/2006/relationships/slideLayout" Target="/ppt/slideLayouts/slideLayout1.xml" Id="R55dbd494b76343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dbd494b76343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47ac02a5e4b9c" /><Relationship Type="http://schemas.openxmlformats.org/officeDocument/2006/relationships/notesSlide" Target="/ppt/notesSlides/notesSlide1.xml" Id="Rb7619cc869b74a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676f676f64599" /><Relationship Type="http://schemas.openxmlformats.org/officeDocument/2006/relationships/notesSlide" Target="/ppt/notesSlides/notesSlide2.xml" Id="R5f919764ba104c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e854c15f7469d" /><Relationship Type="http://schemas.openxmlformats.org/officeDocument/2006/relationships/notesSlide" Target="/ppt/notesSlides/notesSlide3.xml" Id="R9afb12a8222f4b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48f05e278486c" /><Relationship Type="http://schemas.openxmlformats.org/officeDocument/2006/relationships/notesSlide" Target="/ppt/notesSlides/notesSlide4.xml" Id="Reb7e8a63db1f44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b9c5184b4548c4" /><Relationship Type="http://schemas.openxmlformats.org/officeDocument/2006/relationships/notesSlide" Target="/ppt/notesSlides/notesSlide5.xml" Id="Rc3deb565a18340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64127bbe64ed7" /><Relationship Type="http://schemas.openxmlformats.org/officeDocument/2006/relationships/notesSlide" Target="/ppt/notesSlides/notesSlide6.xml" Id="R8b7353d637ce41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bbd65c2174523" /><Relationship Type="http://schemas.openxmlformats.org/officeDocument/2006/relationships/notesSlide" Target="/ppt/notesSlides/notesSlide7.xml" Id="R8852ffb310784cd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3E600EC3-B3E3-4535-A02A-34BF5A86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 a coding task.
See what the AI remembered,
recomputed, and wasted.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BB1E74C2-FA4C-4D7D-91B1-E48CE91C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for Education Hackathon · Stanford · July 2026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F4EBD7FA-70BE-489E-AEA9-AE941B00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TOUCHDOWN 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599E-80B8-4BFF-9EF7-193B46EF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9605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Touchdown Inference Lab · verified local build</a:t>
            </a:r>
          </a:p>
        </p:txBody>
      </p:sp>
    </p:spTree>
    <p:extLst>
      <p:ext uri="{BB962C8B-B14F-4D97-AF65-F5344CB8AC3E}">
        <p14:creationId xmlns:p14="http://schemas.microsoft.com/office/powerpoint/2010/main" val="8846085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C6AB15B6-488E-4DBB-A623-8B013410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0DB6F72D-33F0-4D1D-A4CD-31CCF5A9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8A2D1752-C01D-4D61-904B-2435F0F2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DACDD893-83A0-4FDF-9FF6-8B945608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49D1065E-853F-4F72-9604-74805803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Coding agents hide the bill inside the loop.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12E3525-E735-4338-B448-6D56DA2F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Fixture context before optimization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EEAB45AA-AD7B-431C-BD01-DDE7C947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Baseline tool loop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3CDB94BA-4092-4903-9BDD-B00423CF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Repeated fixture context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D207E4A6-0A0A-47E5-AE5A-BDFEA576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40,176
chars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1A8B5942-4D5E-40DF-893D-317B6EA3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17,420
repeated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B6C8F8CE-356C-4931-9458-639FF381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
tool calls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C595C253-C1FB-4468-8733-DFBAADFF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user sees a patch. The system pays for instructions, repository context, tool schemas, logs, retries, model calls, and verification.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first assignment opens that path and optimizes the agent the learner already uses.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C58BE-D922-479C-BB63-FE0A1C4E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9605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Fixture TD-A-01-RETRY-001 · provider tokens and costs remain unmeasured</a:t>
            </a:r>
          </a:p>
        </p:txBody>
      </p:sp>
    </p:spTree>
    <p:extLst>
      <p:ext uri="{BB962C8B-B14F-4D97-AF65-F5344CB8AC3E}">
        <p14:creationId xmlns:p14="http://schemas.microsoft.com/office/powerpoint/2010/main" val="6754115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B14EF79-C37D-471D-A0DE-9A4B4352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092BAED6-7FC2-4016-9434-7236350F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accepted task becomes the complete systems lesson.</a:t>
            </a:r>
          </a:p>
        </p:txBody>
      </p:sp>
      <p:cxnSp>
        <p:nvCxnSpPr>
          <p:cNvPr id="1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96E278D-3104-43D6-984E-10243C8A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5457E809-041A-4528-BE2C-53940BF9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8952A13-14CF-4270-ADCB-B6F9C7BD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CD8C2B3E-EBCB-4141-B623-08A77B3D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CAPTURE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83D7631-EC6F-4FE9-9018-62B5762E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UNDERSTAND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836B313-9DA5-4EBB-943B-5CD16E72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OPTIMIZE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FF202B9A-CE2F-4F77-A56B-94A582FA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Touchdown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Shows context lifetime, routing, prefill, KV, decode, and verification.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A9DBC2D4-58B6-4F8B-A8D2-B92617C0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Claude Code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Runs the frozen coding task and emits the agent trajectory.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15FECFE4-9158-4043-90CF-3D627C9A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Receipt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Proves what changed without weakening the acceptance 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96B631-16AC-4E28-B0A2-439A332A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9605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Anthropic Claude Code CLI reference · docs.anthropic.com/en/docs/claude-code/cli-usage</a:t>
            </a:r>
          </a:p>
        </p:txBody>
      </p:sp>
    </p:spTree>
    <p:extLst>
      <p:ext uri="{BB962C8B-B14F-4D97-AF65-F5344CB8AC3E}">
        <p14:creationId xmlns:p14="http://schemas.microsoft.com/office/powerpoint/2010/main" val="33654708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6A484F6B-134C-4C6C-B150-63A39999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0D52A78-283F-4217-A39D-81903C2C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sponsors perform real work in the same path.</a:t>
            </a:r>
          </a:p>
        </p:txBody>
      </p:sp>
      <p:sp>
        <p:nvSpPr>
          <p:cNvPr id="3" name="Google-Shape-558-p61-4">
            <a:extLst xmlns:a="http://schemas.openxmlformats.org/drawingml/2006/main">
              <a:ext uri="{FF2B5EF4-FFF2-40B4-BE49-F238E27FC236}">
                <a16:creationId xmlns:a16="http://schemas.microsoft.com/office/drawing/2014/main" id="{3E5E3737-217A-4BAA-8809-CCA1FA9D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Butterbase
Stores redacted traces, verification, and the hackathon receipt.</a:t>
            </a:r>
          </a:p>
        </p:txBody>
      </p:sp>
      <p:sp>
        <p:nvSpPr>
          <p:cNvPr id="4" name="Google-Shape-559-p61-5">
            <a:extLst xmlns:a="http://schemas.openxmlformats.org/drawingml/2006/main">
              <a:ext uri="{FF2B5EF4-FFF2-40B4-BE49-F238E27FC236}">
                <a16:creationId xmlns:a16="http://schemas.microsoft.com/office/drawing/2014/main" id="{1ED3FACD-BBC7-47B2-BEAA-E2E03DDA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9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EverOS
Compresses verified trajectories into Cases and reusable Skills for the next task.</a:t>
            </a:r>
          </a:p>
        </p:txBody>
      </p:sp>
      <p:sp>
        <p:nvSpPr>
          <p:cNvPr id="5" name="Google-Shape-560-p61-6">
            <a:extLst xmlns:a="http://schemas.openxmlformats.org/drawingml/2006/main">
              <a:ext uri="{FF2B5EF4-FFF2-40B4-BE49-F238E27FC236}">
                <a16:creationId xmlns:a16="http://schemas.microsoft.com/office/drawing/2014/main" id="{69C71108-930F-461E-BEB3-FFABA1B7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Nebius
Runs the production inference branch when live GPU credentials are present.</a:t>
            </a:r>
          </a:p>
        </p:txBody>
      </p:sp>
      <p:sp>
        <p:nvSpPr>
          <p:cNvPr id="6" name="Google-Shape-561-p61-7">
            <a:extLst xmlns:a="http://schemas.openxmlformats.org/drawingml/2006/main">
              <a:ext uri="{FF2B5EF4-FFF2-40B4-BE49-F238E27FC236}">
                <a16:creationId xmlns:a16="http://schemas.microsoft.com/office/drawing/2014/main" id="{02F37EDA-0974-4A94-AAA9-AD9F9C5D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868" y="3382328"/>
            <a:ext cx="315563" cy="353854"/>
          </a:xfrm>
          <a:custGeom xmlns:a="http://schemas.openxmlformats.org/drawingml/2006/main"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7" name="Google-Shape-562-p61-8">
            <a:extLst xmlns:a="http://schemas.openxmlformats.org/drawingml/2006/main">
              <a:ext uri="{FF2B5EF4-FFF2-40B4-BE49-F238E27FC236}">
                <a16:creationId xmlns:a16="http://schemas.microsoft.com/office/drawing/2014/main" id="{C12C771E-9ACA-442A-80AA-9516333B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84" y="3378232"/>
            <a:ext cx="327089" cy="362045"/>
          </a:xfrm>
          <a:custGeom xmlns:a="http://schemas.openxmlformats.org/drawingml/2006/main"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563-p61-9">
            <a:extLst xmlns:a="http://schemas.openxmlformats.org/drawingml/2006/main">
              <a:ext uri="{FF2B5EF4-FFF2-40B4-BE49-F238E27FC236}">
                <a16:creationId xmlns:a16="http://schemas.microsoft.com/office/drawing/2014/main" id="{91DCEE77-9685-479A-9E64-4991F137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600" y="3406807"/>
            <a:ext cx="338614" cy="270891"/>
          </a:xfrm>
          <a:custGeom xmlns:a="http://schemas.openxmlformats.org/drawingml/2006/main"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9E7C1-1632-4898-99EB-8A13C412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9605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Butterbase app app_b197i2548pk2 · EverOS v1 agent memory API · Nebius branch remains fixture-backed</a:t>
            </a:r>
          </a:p>
        </p:txBody>
      </p:sp>
    </p:spTree>
    <p:extLst>
      <p:ext uri="{BB962C8B-B14F-4D97-AF65-F5344CB8AC3E}">
        <p14:creationId xmlns:p14="http://schemas.microsoft.com/office/powerpoint/2010/main" val="1054068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588618DD-D0CB-473E-BA5D-F84311CE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D96E7E97-79F3-422B-AFC0-4953D507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Claude Code is the workload generator, not the product.</a:t>
            </a:r>
          </a:p>
        </p:txBody>
      </p:sp>
      <p:cxnSp>
        <p:nvCxnSpPr>
          <p:cNvPr id="1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535824C0-1CDA-4410-85A5-D88DF91A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840E2FE-BEB5-4644-B3C9-DF009947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950460E-F378-4483-A2A9-4BDB87ED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DCC7B88F-7C05-458C-B110-958E90C8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7D6BF95A-74A5-461E-8C68-DCBD67D8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LEARN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BC08985E-26BB-40D6-8ACF-2C9347D7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REPLAY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9DDB5D86-F94C-4057-AFF7-DB0C045C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EverOS search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Retrieve the relevant Case or Skill instead of replaying full history.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557780E0-5425-443A-9945-DF5E5A49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claude -p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Stream structured events from one bounded coding task.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1F78A9A1-4839-49C7-8C71-9CE182CC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InferRouter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Select a route using workload, state, quality, latency, and cost.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A18323-E9A6-438B-AC2A-D06097B0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9605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Official Claude Code flags: -p, --output-format stream-json, --mcp-config, --max-turns</a:t>
            </a:r>
          </a:p>
        </p:txBody>
      </p:sp>
    </p:spTree>
    <p:extLst>
      <p:ext uri="{BB962C8B-B14F-4D97-AF65-F5344CB8AC3E}">
        <p14:creationId xmlns:p14="http://schemas.microsoft.com/office/powerpoint/2010/main" val="17600040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F8F0A5CB-0F18-4D21-BF78-2D775810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8A3E8A3D-8F45-4F06-9ABA-CB550068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96ED2B0-84A0-4080-A9C4-2BB436D3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05A766DF-CE2D-4010-AE8A-BD42F9D6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238A2996-F289-493D-AE62-A8ABAECE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demo separates proof from promise.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71FAB5FC-1174-43EA-90BE-18358778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tests passing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6744BDAD-D054-418F-B65E-171DF525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Frozen acceptance contract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FCFADEB0-6EAB-4346-9949-5D6D4D9B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Butterbase receipt persisted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0AC9E2B1-2E0C-4D72-96D8-B906D595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 / 10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A23655D0-60E1-48EC-85FA-18E4D07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 live row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A8F8F05-0A76-4968-9DC9-A223CD35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 task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A33B5372-A20D-4F0A-8269-5982EE58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What works now: the lesson, frozen task, sponsor contracts, EverOS SDK, and a real Butterbase data write.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What remains: a live EverOS retrieval, live Nebius request, and provider-measured token economics.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65BAD3-3F79-4878-A50F-12378081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9605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Butterbase row e5ff8fc6-c338-43d1-823d-9f6122009454 · local npm test and verifier</a:t>
            </a:r>
          </a:p>
        </p:txBody>
      </p:sp>
    </p:spTree>
    <p:extLst>
      <p:ext uri="{BB962C8B-B14F-4D97-AF65-F5344CB8AC3E}">
        <p14:creationId xmlns:p14="http://schemas.microsoft.com/office/powerpoint/2010/main" val="16022129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C4EFDDD1-5F2F-40B5-8C74-32D0D8EF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Start with the agent
you already use.
Ship one verified improvement.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735BD0B-1FDE-4FB8-A850-31E742E4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Learn the system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Prove the result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Contribute the fix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5ADFA441-494C-43CD-9BF5-10B63A40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47818-0B84-4524-A506-AC492BA6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9605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Touchdown Labs · AI-native transformation, backed by infrastructure optimization</a:t>
            </a:r>
          </a:p>
        </p:txBody>
      </p:sp>
    </p:spTree>
    <p:extLst>
      <p:ext uri="{BB962C8B-B14F-4D97-AF65-F5344CB8AC3E}">
        <p14:creationId xmlns:p14="http://schemas.microsoft.com/office/powerpoint/2010/main" val="20584055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2026-07-11T22:37:06.7120000Z</dcterms:created>
  <dcterms:modified xsi:type="dcterms:W3CDTF">2026-07-11T22:37:06.7120000Z</dcterms:modified>
</coreProperties>
</file>